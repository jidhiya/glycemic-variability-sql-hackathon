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63DB8E-A1C3-481A-A24E-5F4ECF63404E}" v="6" dt="2026-07-09T16:33:48.3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dhiya Vijayan" userId="20d9b87e6d803334" providerId="LiveId" clId="{3D313E9F-513E-4ADB-91D6-93655FA5ACCB}"/>
    <pc:docChg chg="undo custSel modSld">
      <pc:chgData name="Jidhiya Vijayan" userId="20d9b87e6d803334" providerId="LiveId" clId="{3D313E9F-513E-4ADB-91D6-93655FA5ACCB}" dt="2026-07-09T18:14:41.959" v="146" actId="6549"/>
      <pc:docMkLst>
        <pc:docMk/>
      </pc:docMkLst>
      <pc:sldChg chg="modSp mod">
        <pc:chgData name="Jidhiya Vijayan" userId="20d9b87e6d803334" providerId="LiveId" clId="{3D313E9F-513E-4ADB-91D6-93655FA5ACCB}" dt="2026-07-08T19:42:14.353" v="54" actId="255"/>
        <pc:sldMkLst>
          <pc:docMk/>
          <pc:sldMk cId="0" sldId="256"/>
        </pc:sldMkLst>
        <pc:spChg chg="mod">
          <ac:chgData name="Jidhiya Vijayan" userId="20d9b87e6d803334" providerId="LiveId" clId="{3D313E9F-513E-4ADB-91D6-93655FA5ACCB}" dt="2026-07-08T19:42:14.353" v="54" actId="255"/>
          <ac:spMkLst>
            <pc:docMk/>
            <pc:sldMk cId="0" sldId="256"/>
            <ac:spMk id="15" creationId="{00000000-0000-0000-0000-000000000000}"/>
          </ac:spMkLst>
        </pc:spChg>
      </pc:sldChg>
      <pc:sldChg chg="modSp mod">
        <pc:chgData name="Jidhiya Vijayan" userId="20d9b87e6d803334" providerId="LiveId" clId="{3D313E9F-513E-4ADB-91D6-93655FA5ACCB}" dt="2026-07-06T20:13:50.821" v="0" actId="33524"/>
        <pc:sldMkLst>
          <pc:docMk/>
          <pc:sldMk cId="0" sldId="257"/>
        </pc:sldMkLst>
        <pc:spChg chg="mod">
          <ac:chgData name="Jidhiya Vijayan" userId="20d9b87e6d803334" providerId="LiveId" clId="{3D313E9F-513E-4ADB-91D6-93655FA5ACCB}" dt="2026-07-06T20:13:50.821" v="0" actId="33524"/>
          <ac:spMkLst>
            <pc:docMk/>
            <pc:sldMk cId="0" sldId="257"/>
            <ac:spMk id="19" creationId="{00000000-0000-0000-0000-000000000000}"/>
          </ac:spMkLst>
        </pc:spChg>
      </pc:sldChg>
      <pc:sldChg chg="modSp mod">
        <pc:chgData name="Jidhiya Vijayan" userId="20d9b87e6d803334" providerId="LiveId" clId="{3D313E9F-513E-4ADB-91D6-93655FA5ACCB}" dt="2026-07-09T18:05:38.520" v="145" actId="20577"/>
        <pc:sldMkLst>
          <pc:docMk/>
          <pc:sldMk cId="0" sldId="258"/>
        </pc:sldMkLst>
        <pc:spChg chg="mod">
          <ac:chgData name="Jidhiya Vijayan" userId="20d9b87e6d803334" providerId="LiveId" clId="{3D313E9F-513E-4ADB-91D6-93655FA5ACCB}" dt="2026-07-09T18:05:38.520" v="145" actId="2057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Jidhiya Vijayan" userId="20d9b87e6d803334" providerId="LiveId" clId="{3D313E9F-513E-4ADB-91D6-93655FA5ACCB}" dt="2026-07-08T15:13:55.264" v="7" actId="20577"/>
          <ac:spMkLst>
            <pc:docMk/>
            <pc:sldMk cId="0" sldId="258"/>
            <ac:spMk id="18" creationId="{00000000-0000-0000-0000-000000000000}"/>
          </ac:spMkLst>
        </pc:spChg>
      </pc:sldChg>
      <pc:sldChg chg="modSp mod">
        <pc:chgData name="Jidhiya Vijayan" userId="20d9b87e6d803334" providerId="LiveId" clId="{3D313E9F-513E-4ADB-91D6-93655FA5ACCB}" dt="2026-07-09T15:22:30.524" v="88" actId="20577"/>
        <pc:sldMkLst>
          <pc:docMk/>
          <pc:sldMk cId="0" sldId="259"/>
        </pc:sldMkLst>
        <pc:spChg chg="mod">
          <ac:chgData name="Jidhiya Vijayan" userId="20d9b87e6d803334" providerId="LiveId" clId="{3D313E9F-513E-4ADB-91D6-93655FA5ACCB}" dt="2026-07-09T15:22:18.048" v="80" actId="20577"/>
          <ac:spMkLst>
            <pc:docMk/>
            <pc:sldMk cId="0" sldId="259"/>
            <ac:spMk id="7" creationId="{00000000-0000-0000-0000-000000000000}"/>
          </ac:spMkLst>
        </pc:spChg>
        <pc:spChg chg="mod">
          <ac:chgData name="Jidhiya Vijayan" userId="20d9b87e6d803334" providerId="LiveId" clId="{3D313E9F-513E-4ADB-91D6-93655FA5ACCB}" dt="2026-07-09T15:22:30.524" v="88" actId="20577"/>
          <ac:spMkLst>
            <pc:docMk/>
            <pc:sldMk cId="0" sldId="259"/>
            <ac:spMk id="17" creationId="{00000000-0000-0000-0000-000000000000}"/>
          </ac:spMkLst>
        </pc:spChg>
      </pc:sldChg>
      <pc:sldChg chg="modSp mod">
        <pc:chgData name="Jidhiya Vijayan" userId="20d9b87e6d803334" providerId="LiveId" clId="{3D313E9F-513E-4ADB-91D6-93655FA5ACCB}" dt="2026-07-09T18:14:41.959" v="146" actId="6549"/>
        <pc:sldMkLst>
          <pc:docMk/>
          <pc:sldMk cId="0" sldId="260"/>
        </pc:sldMkLst>
        <pc:spChg chg="mod">
          <ac:chgData name="Jidhiya Vijayan" userId="20d9b87e6d803334" providerId="LiveId" clId="{3D313E9F-513E-4ADB-91D6-93655FA5ACCB}" dt="2026-07-09T16:34:42.734" v="117" actId="14100"/>
          <ac:spMkLst>
            <pc:docMk/>
            <pc:sldMk cId="0" sldId="260"/>
            <ac:spMk id="8" creationId="{00000000-0000-0000-0000-000000000000}"/>
          </ac:spMkLst>
        </pc:spChg>
        <pc:spChg chg="mod">
          <ac:chgData name="Jidhiya Vijayan" userId="20d9b87e6d803334" providerId="LiveId" clId="{3D313E9F-513E-4ADB-91D6-93655FA5ACCB}" dt="2026-07-09T16:33:13.486" v="103" actId="6549"/>
          <ac:spMkLst>
            <pc:docMk/>
            <pc:sldMk cId="0" sldId="260"/>
            <ac:spMk id="11" creationId="{00000000-0000-0000-0000-000000000000}"/>
          </ac:spMkLst>
        </pc:spChg>
        <pc:spChg chg="mod">
          <ac:chgData name="Jidhiya Vijayan" userId="20d9b87e6d803334" providerId="LiveId" clId="{3D313E9F-513E-4ADB-91D6-93655FA5ACCB}" dt="2026-07-09T16:32:17.218" v="98" actId="107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Jidhiya Vijayan" userId="20d9b87e6d803334" providerId="LiveId" clId="{3D313E9F-513E-4ADB-91D6-93655FA5ACCB}" dt="2026-07-08T15:25:42.632" v="15" actId="20577"/>
          <ac:spMkLst>
            <pc:docMk/>
            <pc:sldMk cId="0" sldId="260"/>
            <ac:spMk id="14" creationId="{00000000-0000-0000-0000-000000000000}"/>
          </ac:spMkLst>
        </pc:spChg>
        <pc:spChg chg="mod">
          <ac:chgData name="Jidhiya Vijayan" userId="20d9b87e6d803334" providerId="LiveId" clId="{3D313E9F-513E-4ADB-91D6-93655FA5ACCB}" dt="2026-07-09T16:35:18.661" v="131" actId="20577"/>
          <ac:spMkLst>
            <pc:docMk/>
            <pc:sldMk cId="0" sldId="260"/>
            <ac:spMk id="15" creationId="{00000000-0000-0000-0000-000000000000}"/>
          </ac:spMkLst>
        </pc:spChg>
        <pc:spChg chg="mod">
          <ac:chgData name="Jidhiya Vijayan" userId="20d9b87e6d803334" providerId="LiveId" clId="{3D313E9F-513E-4ADB-91D6-93655FA5ACCB}" dt="2026-07-09T16:32:27.032" v="99" actId="107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Jidhiya Vijayan" userId="20d9b87e6d803334" providerId="LiveId" clId="{3D313E9F-513E-4ADB-91D6-93655FA5ACCB}" dt="2026-07-08T15:40:19.002" v="29" actId="6549"/>
          <ac:spMkLst>
            <pc:docMk/>
            <pc:sldMk cId="0" sldId="260"/>
            <ac:spMk id="17" creationId="{00000000-0000-0000-0000-000000000000}"/>
          </ac:spMkLst>
        </pc:spChg>
        <pc:spChg chg="mod">
          <ac:chgData name="Jidhiya Vijayan" userId="20d9b87e6d803334" providerId="LiveId" clId="{3D313E9F-513E-4ADB-91D6-93655FA5ACCB}" dt="2026-07-09T18:14:41.959" v="146" actId="6549"/>
          <ac:spMkLst>
            <pc:docMk/>
            <pc:sldMk cId="0" sldId="260"/>
            <ac:spMk id="18" creationId="{00000000-0000-0000-0000-000000000000}"/>
          </ac:spMkLst>
        </pc:spChg>
        <pc:spChg chg="mod">
          <ac:chgData name="Jidhiya Vijayan" userId="20d9b87e6d803334" providerId="LiveId" clId="{3D313E9F-513E-4ADB-91D6-93655FA5ACCB}" dt="2026-07-08T15:33:03.175" v="16" actId="6549"/>
          <ac:spMkLst>
            <pc:docMk/>
            <pc:sldMk cId="0" sldId="260"/>
            <ac:spMk id="19" creationId="{00000000-0000-0000-0000-000000000000}"/>
          </ac:spMkLst>
        </pc:spChg>
      </pc:sldChg>
      <pc:sldChg chg="modSp mod">
        <pc:chgData name="Jidhiya Vijayan" userId="20d9b87e6d803334" providerId="LiveId" clId="{3D313E9F-513E-4ADB-91D6-93655FA5ACCB}" dt="2026-07-08T15:41:42.675" v="52" actId="20577"/>
        <pc:sldMkLst>
          <pc:docMk/>
          <pc:sldMk cId="0" sldId="261"/>
        </pc:sldMkLst>
        <pc:spChg chg="mod">
          <ac:chgData name="Jidhiya Vijayan" userId="20d9b87e6d803334" providerId="LiveId" clId="{3D313E9F-513E-4ADB-91D6-93655FA5ACCB}" dt="2026-07-08T15:41:42.675" v="52" actId="20577"/>
          <ac:spMkLst>
            <pc:docMk/>
            <pc:sldMk cId="0" sldId="261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6804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warmly. 5 seconds max on this slide. State the team name and move straight to the Situation.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seconds. Mention both devices by name. Emphasise the scale — 8.6M readings from one sensor alone. End on 'nothing was analysis-ready' to set up the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seconds. Read the core question out loud — pause briefly after it. Then briefly name the three categories as three levels of the same investigation.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90 seconds — the biggest section. Walk each card: technique name → question it answered → one sentence on how. Keep it clinical not syntactic. Have pgAdmin open as backup if a judge asks to see live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 seconds. Read the key finding out loud first — pause. Then quickly walk the three columns: what we found clinically, what we validated as SDET, and what the automated pipeline now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Stop talking after Thank you. Don't add caveats. If a judge asks a follow-up, the production line is a great anchor — everything we built already supports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828800"/>
            <a:ext cx="5029200" cy="5029200"/>
          </a:xfrm>
          <a:prstGeom prst="ellipse">
            <a:avLst/>
          </a:prstGeom>
          <a:solidFill>
            <a:srgbClr val="0E7C7B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011680" y="4114800"/>
            <a:ext cx="4114800" cy="4114800"/>
          </a:xfrm>
          <a:prstGeom prst="ellipse">
            <a:avLst/>
          </a:prstGeom>
          <a:solidFill>
            <a:srgbClr val="0E7C7B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200" dirty="0">
                <a:solidFill>
                  <a:srgbClr val="8FA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STAR FROM WARRIORS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Glycemic Variability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BFD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Hackathon  ·  July 10, 2026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572000"/>
            <a:ext cx="2468880" cy="502920"/>
          </a:xfrm>
          <a:prstGeom prst="roundRect">
            <a:avLst>
              <a:gd name="adj" fmla="val 49091"/>
            </a:avLst>
          </a:prstGeom>
          <a:solidFill>
            <a:srgbClr val="0E7C7B">
              <a:alpha val="60000"/>
            </a:srgbClr>
          </a:solidFill>
          <a:ln w="635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4572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— Situation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66160" y="4572000"/>
            <a:ext cx="2468880" cy="502920"/>
          </a:xfrm>
          <a:prstGeom prst="roundRect">
            <a:avLst>
              <a:gd name="adj" fmla="val 49091"/>
            </a:avLst>
          </a:prstGeom>
          <a:solidFill>
            <a:srgbClr val="174F6E">
              <a:alpha val="60000"/>
            </a:srgbClr>
          </a:solidFill>
          <a:ln w="6350">
            <a:solidFill>
              <a:srgbClr val="174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66160" y="4572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— Task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4572000"/>
            <a:ext cx="2468880" cy="502920"/>
          </a:xfrm>
          <a:prstGeom prst="roundRect">
            <a:avLst>
              <a:gd name="adj" fmla="val 49091"/>
            </a:avLst>
          </a:prstGeom>
          <a:solidFill>
            <a:srgbClr val="1A3A5C">
              <a:alpha val="60000"/>
            </a:srgbClr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09360" y="4572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Action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52560" y="4572000"/>
            <a:ext cx="2468880" cy="502920"/>
          </a:xfrm>
          <a:prstGeom prst="roundRect">
            <a:avLst>
              <a:gd name="adj" fmla="val 49091"/>
            </a:avLst>
          </a:prstGeom>
          <a:solidFill>
            <a:srgbClr val="D9695F">
              <a:alpha val="60000"/>
            </a:srgbClr>
          </a:solidFill>
          <a:ln w="6350">
            <a:solidFill>
              <a:srgbClr val="D969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052560" y="4572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— Result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FA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Sandhya Lomety  ·  Vishakha Pawar  ·  Kavita Pakhale  ·  Lakshmi D Kalavakolanu  ·  Jidhiya Vijayan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— Situation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dataset were we given?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0E7C7B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239572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7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monitored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7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 days each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69164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EEF4F3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83280" y="178308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20440" y="239572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tables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text columns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26480" y="169164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EEF4F3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26480" y="178308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36,886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63640" y="239572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readings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869680" y="169164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EEF4F3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869680" y="178308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8.6M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006840" y="239572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heart-rate readings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downsampling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10896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EAF4F3"/>
          </a:solidFill>
          <a:ln w="9525">
            <a:solidFill>
              <a:srgbClr val="DC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327355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5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Dexcom G6 — Glucose Sensor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36576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Worn on the arm. Recorded blood glucose every 5 minutes throughout the 8–10-day study — the primary clinical measurement in this dataset.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2200" y="310896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EAF4F3"/>
          </a:solidFill>
          <a:ln w="9525">
            <a:solidFill>
              <a:srgbClr val="DC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0" y="327355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5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Empatica E4 — Wristband Sensor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0" y="36576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Worn on the wrist. Recorded heart rate 64 times per second, skin temperature and stress (EDA) 4 times per second — producing millions of readings per patient.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51663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had all columns stored as text, three different timestamp formats, and no constraints — nothing was analysis-ready.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1554480" cy="438912"/>
          </a:xfrm>
          <a:prstGeom prst="roundRect">
            <a:avLst>
              <a:gd name="adj" fmla="val 50000"/>
            </a:avLst>
          </a:prstGeom>
          <a:solidFill>
            <a:srgbClr val="174F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— Task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challenge did we need to solve?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F0F7F7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0A5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patients had the most unstable glucose control — what was driving it — and could we detect it automatically using SQL?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35204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CE2E8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2960" y="3364992"/>
            <a:ext cx="3154680" cy="347472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336499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1 — Simple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31546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baseline picture of every patient — average glucose,  hypoglycemic and hyperglycemic event counts, demographic breakdowns, and dietary totals.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89120" y="3200400"/>
            <a:ext cx="35204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CE2E8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0" y="3364992"/>
            <a:ext cx="3154680" cy="347472"/>
          </a:xfrm>
          <a:prstGeom prst="roundRect">
            <a:avLst>
              <a:gd name="adj" fmla="val 50000"/>
            </a:avLst>
          </a:prstGeom>
          <a:solidFill>
            <a:srgbClr val="174F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0" y="336499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2 — Intermediate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3840480"/>
            <a:ext cx="31546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trends and correlations — glucose rate of change, post-meal spikes, stress-glucose links, rolling averages, and sensor anomaly validation.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38160" y="3200400"/>
            <a:ext cx="35204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CE2E8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321040" y="3364992"/>
            <a:ext cx="3154680" cy="347472"/>
          </a:xfrm>
          <a:prstGeom prst="roundRect">
            <a:avLst>
              <a:gd name="adj" fmla="val 50000"/>
            </a:avLst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21040" y="336499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3 — Advanced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21040" y="3840480"/>
            <a:ext cx="31546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analysis — stored procedures for daily summaries, triggers for real-time alerts, and  recursive CTEs for streak detection.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1554480" cy="438912"/>
          </a:xfrm>
          <a:prstGeom prst="roundRect">
            <a:avLst>
              <a:gd name="adj" fmla="val 50000"/>
            </a:avLst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Action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SQL techniques did we apply?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52044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CE2E8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EAF4F3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5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Function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fast is glucose falling?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6060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mg/dL-per-minute between consecutive readings — detecting dangerous drops before they crossed the 70 threshold.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691640"/>
            <a:ext cx="352044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CE2E8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26280" y="182880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EAF4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26280" y="18288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5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Time-range JOIN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26280" y="21945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meals spiked glucose?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26280" y="26060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each meal to CGM readings within 2 hours after it — ranking every logged meal by the glucose rise it caused.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1691640"/>
            <a:ext cx="352044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CE2E8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229600" y="182880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EAF4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0" y="18288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5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and Recursive CTE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0" y="21945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the low reading brief or sustained?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26060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Chained consecutive readings within 6 minutes to find patients below 70 mg/dL for 15+ minutes continuously.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703320"/>
            <a:ext cx="352044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CE2E8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22960" y="384048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EAF4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" y="38404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5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420624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summaries stay up to date?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46177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Pre-computed daily and weekly glucose summaries into a persistent table — dashboards query it instantly without hitting raw data.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43400" y="3703320"/>
            <a:ext cx="352044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CE2E8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26280" y="384048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EAF4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26280" y="38404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5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26280" y="420624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risk be flagged automatically?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26280" y="46177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trigger fires on every INSERT — logging critical glucose to an alert table the instant it's written, with no manual step.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46720" y="3703320"/>
            <a:ext cx="352044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CE2E8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229600" y="384048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EAF4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229600" y="38404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5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CROSSTAB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29600" y="420624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time of day is worst?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29600" y="46177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Pivoted average glucose by Morning, Afternoon, Evening, and Night into one row per patient — instantly comparable.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1554480" cy="438912"/>
          </a:xfrm>
          <a:prstGeom prst="roundRect">
            <a:avLst>
              <a:gd name="adj" fmla="val 50000"/>
            </a:avLst>
          </a:prstGeom>
          <a:solidFill>
            <a:srgbClr val="D96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— Result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insight did we produce?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BF3F2"/>
          </a:solidFill>
          <a:ln w="9525">
            <a:solidFill>
              <a:srgbClr val="D969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810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14400" y="212140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with the worst glucose control showed high variability alongside elevated stress signals in their wearable data and high-carb meals in their food log — instability tells a richer story than average glucose alone.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3520440" cy="2592976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CE2E8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3310128"/>
            <a:ext cx="3154680" cy="347472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331012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Insights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749040"/>
            <a:ext cx="315468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/>
              <a:t>HbA1c: More females (55.6%) had pre-diabetes than males (42.9%).</a:t>
            </a:r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/>
              <a:t>Glucose levels were highest at night compared to the morning and afternoon.</a:t>
            </a:r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foods triggered spikes across multiple patients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+ high HR correlated with elevated glucose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34840" y="3735977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CE2E8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572000" y="3310128"/>
            <a:ext cx="3154680" cy="347472"/>
          </a:xfrm>
          <a:prstGeom prst="roundRect">
            <a:avLst>
              <a:gd name="adj" fmla="val 50000"/>
            </a:avLst>
          </a:prstGeom>
          <a:solidFill>
            <a:srgbClr val="174F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0" y="331012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3749039"/>
            <a:ext cx="3154680" cy="2481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FontTx/>
              <a:buChar char="•"/>
            </a:pPr>
            <a:r>
              <a:rPr lang="en-US" sz="1200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16 patients confirmed across all 7 tables. For p</a:t>
            </a:r>
            <a:r>
              <a:rPr lang="en-US" sz="1200" dirty="0"/>
              <a:t>atient ID 3, data was missing in Food log table.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timestamp formats detected and reconciled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anomalies flagged (temp drop + HR spike)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Future-dated food entries identified and logged</a:t>
            </a:r>
          </a:p>
        </p:txBody>
      </p:sp>
      <p:sp>
        <p:nvSpPr>
          <p:cNvPr id="16" name="Shape 14"/>
          <p:cNvSpPr/>
          <p:nvPr/>
        </p:nvSpPr>
        <p:spPr>
          <a:xfrm>
            <a:off x="8138160" y="374904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CE2E8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412480" y="3299776"/>
            <a:ext cx="3154680" cy="347472"/>
          </a:xfrm>
          <a:prstGeom prst="roundRect">
            <a:avLst>
              <a:gd name="adj" fmla="val 50000"/>
            </a:avLst>
          </a:prstGeom>
          <a:solidFill>
            <a:srgbClr val="1A3A5C"/>
          </a:solidFill>
          <a:ln/>
        </p:spPr>
        <p:txBody>
          <a:bodyPr/>
          <a:lstStyle/>
          <a:p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21040" y="331012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Pipeline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21040" y="3749040"/>
            <a:ext cx="31546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+ weekly summaries pre-computed via procedures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glucose alert trigger on every INSERT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risk classification stored and queryable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queries features delivered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828800"/>
            <a:ext cx="5029200" cy="5029200"/>
          </a:xfrm>
          <a:prstGeom prst="ellipse">
            <a:avLst/>
          </a:prstGeom>
          <a:solidFill>
            <a:srgbClr val="0E7C7B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01200" y="4114800"/>
            <a:ext cx="4114800" cy="4114800"/>
          </a:xfrm>
          <a:prstGeom prst="ellipse">
            <a:avLst/>
          </a:prstGeom>
          <a:solidFill>
            <a:srgbClr val="0E7C7B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sensors. One food log.</a:t>
            </a:r>
            <a:endParaRPr lang="en-US" sz="3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complete picture of metabolic risk.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7E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measurement explained these patients on its own. CGM showed instability, EDA and heart rate showed the stress behind it, and the food log showed what triggered it.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1261872" cy="1417320"/>
          </a:xfrm>
          <a:prstGeom prst="roundRect">
            <a:avLst>
              <a:gd name="adj" fmla="val 5072"/>
            </a:avLst>
          </a:prstGeom>
          <a:solidFill>
            <a:srgbClr val="16233D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4041648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4526280"/>
            <a:ext cx="1078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9FB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clinical dataset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9FB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patients · 7 tables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40280" y="3977640"/>
            <a:ext cx="1261872" cy="1417320"/>
          </a:xfrm>
          <a:prstGeom prst="roundRect">
            <a:avLst>
              <a:gd name="adj" fmla="val 5072"/>
            </a:avLst>
          </a:prstGeom>
          <a:solidFill>
            <a:srgbClr val="16233D"/>
          </a:solidFill>
          <a:ln w="12700">
            <a:solidFill>
              <a:srgbClr val="174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40280" y="4041648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4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331720" y="4526280"/>
            <a:ext cx="1078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9FB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unstable glucose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9FB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analysis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0" y="3977640"/>
            <a:ext cx="1261872" cy="1417320"/>
          </a:xfrm>
          <a:prstGeom prst="roundRect">
            <a:avLst>
              <a:gd name="adj" fmla="val 5072"/>
            </a:avLst>
          </a:prstGeom>
          <a:solidFill>
            <a:srgbClr val="16233D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0" y="4041648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49040" y="4526280"/>
            <a:ext cx="1078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9FB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· CTE · Triggers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9FB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 · CROSSTAB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74920" y="3977640"/>
            <a:ext cx="1261872" cy="1417320"/>
          </a:xfrm>
          <a:prstGeom prst="roundRect">
            <a:avLst>
              <a:gd name="adj" fmla="val 5072"/>
            </a:avLst>
          </a:prstGeom>
          <a:solidFill>
            <a:srgbClr val="16233D"/>
          </a:solidFill>
          <a:ln w="12700">
            <a:solidFill>
              <a:srgbClr val="D969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74920" y="4041648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69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166360" y="4526280"/>
            <a:ext cx="1078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9FB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pipeline + alerts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9FB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queries delivered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46720" y="2606040"/>
            <a:ext cx="3474720" cy="3520440"/>
          </a:xfrm>
          <a:prstGeom prst="roundRect">
            <a:avLst>
              <a:gd name="adj" fmla="val 2105"/>
            </a:avLst>
          </a:prstGeom>
          <a:solidFill>
            <a:srgbClr val="16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75320" y="28346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FA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real production system: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75320" y="324612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3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pipeline would run daily — automatically classifying patient risk, logging dangerous glucose events the moment they occur, and surfacing dietary triggers without a single manual query.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75320" y="5532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1684</TotalTime>
  <Words>947</Words>
  <Application>Microsoft Office PowerPoint</Application>
  <PresentationFormat>Widescreen</PresentationFormat>
  <Paragraphs>106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Hackathon STAR Presentation</dc:title>
  <dc:subject>PptxGenJS Presentation</dc:subject>
  <dc:creator>Select Star From Warriors</dc:creator>
  <cp:lastModifiedBy>Jidhiya Vijayan</cp:lastModifiedBy>
  <cp:revision>1</cp:revision>
  <dcterms:created xsi:type="dcterms:W3CDTF">2026-07-06T18:33:15Z</dcterms:created>
  <dcterms:modified xsi:type="dcterms:W3CDTF">2026-07-09T18:14:49Z</dcterms:modified>
</cp:coreProperties>
</file>